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164592" cy="6858000"/>
          </a:xfrm>
          <a:prstGeom prst="rect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+ NAP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your nodes. Right-route your traffic.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companion to the live demo of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Application Gateway for Containers + Node Auto Provisioning on AKS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0" y="29260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control loops. One self-managing cluster.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03920" y="41148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by Karpenter / NAP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by AGC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Vyshnavi Namani · Microsoft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HERE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5EA0EF"/>
          </a:solidFill>
          <a:ln w="12700">
            <a:solidFill>
              <a:srgbClr val="5EA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pains every AKS team has felt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36264" cy="402336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636264" cy="164592"/>
          </a:xfrm>
          <a:prstGeom prst="rect">
            <a:avLst/>
          </a:prstGeom>
          <a:solidFill>
            <a:srgbClr val="FF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868680" cy="868680"/>
          </a:xfrm>
          <a:prstGeom prst="ellipse">
            <a:avLst/>
          </a:prstGeom>
          <a:solidFill>
            <a:srgbClr val="FF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904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workloads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29047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spikes. Bursty jobs. AI inference. You can't pre-buy the right machines because you don't know which machines you'll need.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6344" y="1371600"/>
            <a:ext cx="3636264" cy="402336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6344" y="1371600"/>
            <a:ext cx="3636264" cy="164592"/>
          </a:xfrm>
          <a:prstGeom prst="rect">
            <a:avLst/>
          </a:prstGeom>
          <a:solidFill>
            <a:srgbClr val="E88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2104" y="1874520"/>
            <a:ext cx="868680" cy="868680"/>
          </a:xfrm>
          <a:prstGeom prst="ellipse">
            <a:avLst/>
          </a:prstGeom>
          <a:solidFill>
            <a:srgbClr val="E88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2104" y="1874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42104" y="2926080"/>
            <a:ext cx="2904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resource needs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42104" y="3566160"/>
            <a:ext cx="29047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 wants CPU. The next wants 10 Gi of memory. The third wants a GPU. Each used to mean a brand-new node pool.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5488" y="1371600"/>
            <a:ext cx="3636264" cy="402336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5488" y="1371600"/>
            <a:ext cx="3636264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61248" y="1874520"/>
            <a:ext cx="868680" cy="8686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1248" y="1874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61248" y="2926080"/>
            <a:ext cx="2904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sprawl &amp; idle cost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61248" y="3566160"/>
            <a:ext cx="29047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"Temporary" node pools that never go away. Half-empty nodes that bill all night. The Monday-morning finance ticket.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exists to take all three off your plate.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+ NAP · Beginner companion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SCENARIO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5EA0EF"/>
          </a:solidFill>
          <a:ln w="12700">
            <a:solidFill>
              <a:srgbClr val="5EA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Contoso Retail — flash sale tonight at 8pm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shop.contoso.com runs on AKS.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just sent a flash-sale email to 2 million subscribers. Traffic will spike 5× in minutes, then drain a few hours later.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on-call engineer just sat down to dinner.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23760" y="1280160"/>
            <a:ext cx="4526280" cy="4937760"/>
          </a:xfrm>
          <a:prstGeom prst="roundRect">
            <a:avLst>
              <a:gd name="adj" fmla="val 2424"/>
            </a:avLst>
          </a:prstGeom>
          <a:solidFill>
            <a:srgbClr val="0B1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4173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concerns, three NAP scenarios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0" y="19659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0" y="22860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recommender needs ~10 Gi/pod. Today's pool is CPU-tuned.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2926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Scenario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32918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36118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spike hits, new pods must be Running in &lt; 1 min — and warm pods must not get hammered.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42519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Scenario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4617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0" y="493776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sale, the extra capacity sits on the bill all night.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55778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Scenario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"Tonight, nobody at Contoso has to think about any of this."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+ NAP · Beginner companion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#1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5EA0EF"/>
          </a:solidFill>
          <a:ln w="12700">
            <a:solidFill>
              <a:srgbClr val="5EA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NAP? (Node Auto Provisioning)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778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lets AKS create the right node automatically when a pod needs it — so you don't pre-plan node pools or worry about VM sizes.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open-source Karpenter, run as a managed AKS feature.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removes from your 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64592" cy="164592"/>
          </a:xfrm>
          <a:prstGeom prst="ellipse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VM SKUs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526280"/>
            <a:ext cx="164592" cy="164592"/>
          </a:xfrm>
          <a:prstGeom prst="ellipse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34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Pre-creating per-workload node pools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937760"/>
            <a:ext cx="164592" cy="164592"/>
          </a:xfrm>
          <a:prstGeom prst="ellipse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846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replica math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64592" cy="164592"/>
          </a:xfrm>
          <a:prstGeom prst="ellipse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57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deleting idle nodes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128016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0B1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(4 steps)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21031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that can't fit anywhere → marked Pending.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880360"/>
            <a:ext cx="502920" cy="502920"/>
          </a:xfrm>
          <a:prstGeom prst="ellipse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2834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31546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 each pod actually needs (CPU, mem, GPU).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3931920"/>
            <a:ext cx="502920" cy="502920"/>
          </a:xfrm>
          <a:prstGeom prst="ellipse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78040" y="38862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78040" y="42062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the cheapest VM in an allowed family that fits.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4983480"/>
            <a:ext cx="502920" cy="502920"/>
          </a:xfrm>
          <a:prstGeom prst="ellipse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4937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78040" y="5257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utilization drops, consolidate and delete idle nodes.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+ NAP · Beginner companion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#2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5EA0EF"/>
          </a:solidFill>
          <a:ln w="12700">
            <a:solidFill>
              <a:srgbClr val="5EA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AGC? (Application Gateway for Containers)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778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is a managed L7 load balancer for Kubernetes that routes new traffic to the freshest, least-busy pods — not just round-robin.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Programmed by standard Kubernetes Gateway API objects.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164592" cy="164592"/>
          </a:xfrm>
          <a:prstGeom prst="ellipse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portal-clicking — Gateway YAML provisions the frontend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64592" cy="164592"/>
          </a:xfrm>
          <a:prstGeom prst="ellipse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80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Load-aware: warm pods keep serving, new pods absorb spikes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983480"/>
            <a:ext cx="164592" cy="164592"/>
          </a:xfrm>
          <a:prstGeom prst="ellipse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Health-aware: failing pods leave rotation automatically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164592" cy="164592"/>
          </a:xfrm>
          <a:prstGeom prst="ellipse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303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cleanly with NAP-provisioned nodes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128016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0B1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vs load-aware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LB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228600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286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0" y="228600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286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06840" y="228600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2286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241280" y="228600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2286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pods take equal share — warm pods saturate, errors creep in.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(load-aware)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3931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F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9319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3931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88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39319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06840" y="3931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06840" y="39319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241280" y="3931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0" y="39319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3796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pods absorb the spike. Hot pods keep serving steady traffic.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37960" y="5349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fewer 5xx errors during burst, faster recovery, no manual reconfig.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+ NAP · Beginner companion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+ AGC — TWO CONTROL LOOPS, ONE CLUSTER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optimizes the machines · AGC optimizes the traffic</a:t>
            </a:r>
            <a:endParaRPr lang="en-US" sz="2200" dirty="0"/>
          </a:p>
        </p:txBody>
      </p:sp>
      <p:pic>
        <p:nvPicPr>
          <p:cNvPr id="4" name="Image 0" descr="C:\Users\vnamani\demo\docs\architecture-nap-ag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10908792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by Karpenter / NAP   ·   Traffic by AGC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CONFIG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5EA0EF"/>
          </a:solidFill>
          <a:ln w="12700">
            <a:solidFill>
              <a:srgbClr val="5EA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YAML drive everything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3108960"/>
          </a:xfrm>
          <a:prstGeom prst="roundRect">
            <a:avLst>
              <a:gd name="adj" fmla="val 3529"/>
            </a:avLst>
          </a:prstGeom>
          <a:solidFill>
            <a:srgbClr val="0B1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manifests/nodepool.yaml  (excerpt)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sku-family       In ["D", "E"]</a:t>
            </a:r>
            <a:endParaRPr lang="en-US" sz="3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capacity-type    In ["on-demand", "spot"]</a:t>
            </a:r>
            <a:endParaRPr lang="en-US" sz="3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consolidationPolicy: WhenUnderutilized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617720"/>
            <a:ext cx="3566160" cy="109728"/>
          </a:xfrm>
          <a:prstGeom prst="rect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A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sku-family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257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Karpenter picks the cheapest VM in an allowed family.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46177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4617720"/>
            <a:ext cx="3566160" cy="109728"/>
          </a:xfrm>
          <a:prstGeom prst="rect">
            <a:avLst/>
          </a:prstGeom>
          <a:solidFill>
            <a:srgbClr val="E88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capacity-type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5257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on-demand + Spot for batch / dev / non-critical.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46177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4617720"/>
            <a:ext cx="3566160" cy="109728"/>
          </a:xfrm>
          <a:prstGeom prst="rect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D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consolidationPolicy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5257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nodes get drained and deleted — bill stops.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min/max counts. No SKU list. No second node pool. The cluster does the rest.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+ NAP · Beginner companion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SAVINGS ACTUALLY COME FROM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5EA0EF"/>
          </a:solidFill>
          <a:ln w="12700">
            <a:solidFill>
              <a:srgbClr val="5EA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story, told like a person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0B1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5B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on one node, on one workload, on one night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E16s_v5 ≈ $1/hr · ran 1 hr during the sale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manual pool: would have run all night (~9 hrs)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2120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every workload × every team × every cluster × every night.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NOT happen tonight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2103120"/>
            <a:ext cx="201168" cy="201168"/>
          </a:xfrm>
          <a:prstGeom prst="ellipse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0116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got paged at 11pm.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2816352"/>
            <a:ext cx="201168" cy="201168"/>
          </a:xfrm>
          <a:prstGeom prst="ellipse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7249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approved a node-pool PR after dinner.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3529584"/>
            <a:ext cx="201168" cy="201168"/>
          </a:xfrm>
          <a:prstGeom prst="ellipse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43814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wrote "temporary" YAML that'd still be in production next quarter.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4242816"/>
            <a:ext cx="201168" cy="201168"/>
          </a:xfrm>
          <a:prstGeom prst="ellipse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15137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Monday-morning ticket asking "why did we burn a memory VM all weekend?"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201168" cy="201168"/>
          </a:xfrm>
          <a:prstGeom prst="ellipse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486460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on-call engineer slept.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actual savings. The dollars are the proof.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+ NAP · Beginner companion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LIVE DEMO WILL SHOW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5EA0EF"/>
          </a:solidFill>
          <a:ln w="12700">
            <a:solidFill>
              <a:srgbClr val="5EA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in 3 acts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64592" cy="1417320"/>
          </a:xfrm>
          <a:prstGeom prst="rect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VM do I pick?"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 NodePool YAML. Deploy a small workload. Karpenter picks Standard_D8ls_v5 — you didn't ask for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"I never typed D8ls_v5."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71800"/>
            <a:ext cx="164592" cy="1417320"/>
          </a:xfrm>
          <a:prstGeom prst="rect">
            <a:avLst/>
          </a:prstGeom>
          <a:solidFill>
            <a:srgbClr val="E88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marketing email dropped."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memory-heavy recommender + scale shop 5×. Karpenter switches to Standard_E16s_v5 (different family). AGC routes new traffic to cool pods.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"Different family. No second YAML."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572000"/>
            <a:ext cx="164592" cy="1417320"/>
          </a:xfrm>
          <a:prstGeom prst="rect">
            <a:avLst/>
          </a:prstGeom>
          <a:solidFill>
            <a:srgbClr val="5BD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09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does the cost go?"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back down. Karpenter consolidates and deletes the E16s. Steady-state cluster. Bill stops.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5074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"Nobody got paged."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+ NAP · Beginner companion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for compute. AGC for traffic.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your AKS cluster becomes a self-managing platform — and your team gets their evenings back.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3314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2606040" cy="109728"/>
          </a:xfrm>
          <a:prstGeom prst="rect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14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guess SKUs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Karpenter a family menu, not a VM list.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3314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286000"/>
            <a:ext cx="2606040" cy="109728"/>
          </a:xfrm>
          <a:prstGeom prst="rect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514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pre-buy capacity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2004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only acts on real Pending pods.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3314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286000"/>
            <a:ext cx="2606040" cy="109728"/>
          </a:xfrm>
          <a:prstGeom prst="rect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514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round-robin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2004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routes new traffic to cool pods first.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3314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2286000"/>
            <a:ext cx="2606040" cy="109728"/>
          </a:xfrm>
          <a:prstGeom prst="rect">
            <a:avLst/>
          </a:prstGeom>
          <a:solidFill>
            <a:srgbClr val="5EA0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514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pay all night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0" y="32004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reclaims idle nodes within minutes.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13314D"/>
          </a:solidFill>
          <a:ln w="12700">
            <a:solidFill>
              <a:srgbClr val="5EA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A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212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aka.ms/aks/nap   —   Node Auto Provisioning docs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aka.ms/agc        —   Application Gateway for Containers docs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github.com/Vyshnavi-MSFT/nap-agc-demo   —   the live-demo repo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Vyshnavi Namani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AGC + NAP — A Beginner-Friendly Demo Companion</dc:title>
  <dc:subject>PptxGenJS Presentation</dc:subject>
  <dc:creator>Vyshnavi Namani</dc:creator>
  <cp:lastModifiedBy>Vyshnavi Namani</cp:lastModifiedBy>
  <cp:revision>1</cp:revision>
  <dcterms:created xsi:type="dcterms:W3CDTF">2026-05-02T05:36:17Z</dcterms:created>
  <dcterms:modified xsi:type="dcterms:W3CDTF">2026-05-02T05:36:17Z</dcterms:modified>
</cp:coreProperties>
</file>